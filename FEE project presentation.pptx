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68" r:id="rId2"/>
    <p:sldId id="267" r:id="rId3"/>
    <p:sldId id="271" r:id="rId4"/>
    <p:sldId id="273" r:id="rId5"/>
    <p:sldId id="272" r:id="rId6"/>
    <p:sldId id="286" r:id="rId7"/>
    <p:sldId id="275" r:id="rId8"/>
    <p:sldId id="280" r:id="rId9"/>
    <p:sldId id="281" r:id="rId10"/>
    <p:sldId id="282" r:id="rId11"/>
    <p:sldId id="283" r:id="rId12"/>
    <p:sldId id="284" r:id="rId13"/>
    <p:sldId id="287" r:id="rId14"/>
    <p:sldId id="288" r:id="rId15"/>
    <p:sldId id="289" r:id="rId16"/>
    <p:sldId id="277" r:id="rId17"/>
    <p:sldId id="285" r:id="rId18"/>
    <p:sldId id="278" r:id="rId19"/>
    <p:sldId id="279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2A24D-B10C-4BD1-8302-303D345391C6}" v="25" dt="2024-11-24T10:33:38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 varScale="1">
        <p:scale>
          <a:sx n="78" d="100"/>
          <a:sy n="78" d="100"/>
        </p:scale>
        <p:origin x="161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leen Kaur" userId="2d35dd71c862a7bd" providerId="LiveId" clId="{1892A24D-B10C-4BD1-8302-303D345391C6}"/>
    <pc:docChg chg="undo custSel modSld">
      <pc:chgData name="Ishleen Kaur" userId="2d35dd71c862a7bd" providerId="LiveId" clId="{1892A24D-B10C-4BD1-8302-303D345391C6}" dt="2024-11-24T10:33:53.522" v="184" actId="14100"/>
      <pc:docMkLst>
        <pc:docMk/>
      </pc:docMkLst>
      <pc:sldChg chg="addSp delSp modSp mod">
        <pc:chgData name="Ishleen Kaur" userId="2d35dd71c862a7bd" providerId="LiveId" clId="{1892A24D-B10C-4BD1-8302-303D345391C6}" dt="2024-11-24T09:35:50.362" v="47" actId="14100"/>
        <pc:sldMkLst>
          <pc:docMk/>
          <pc:sldMk cId="2319984786" sldId="280"/>
        </pc:sldMkLst>
        <pc:picChg chg="del">
          <ac:chgData name="Ishleen Kaur" userId="2d35dd71c862a7bd" providerId="LiveId" clId="{1892A24D-B10C-4BD1-8302-303D345391C6}" dt="2024-11-24T09:24:17.591" v="0" actId="21"/>
          <ac:picMkLst>
            <pc:docMk/>
            <pc:sldMk cId="2319984786" sldId="280"/>
            <ac:picMk id="5" creationId="{D04CA3B5-19C7-2F47-7FD7-1E095D0EF98A}"/>
          </ac:picMkLst>
        </pc:picChg>
        <pc:picChg chg="add mod">
          <ac:chgData name="Ishleen Kaur" userId="2d35dd71c862a7bd" providerId="LiveId" clId="{1892A24D-B10C-4BD1-8302-303D345391C6}" dt="2024-11-24T09:35:36.893" v="45" actId="14100"/>
          <ac:picMkLst>
            <pc:docMk/>
            <pc:sldMk cId="2319984786" sldId="280"/>
            <ac:picMk id="6" creationId="{1F8EB523-7DB7-F66B-B132-4CAC83830426}"/>
          </ac:picMkLst>
        </pc:picChg>
        <pc:picChg chg="del">
          <ac:chgData name="Ishleen Kaur" userId="2d35dd71c862a7bd" providerId="LiveId" clId="{1892A24D-B10C-4BD1-8302-303D345391C6}" dt="2024-11-24T09:24:20.890" v="1" actId="21"/>
          <ac:picMkLst>
            <pc:docMk/>
            <pc:sldMk cId="2319984786" sldId="280"/>
            <ac:picMk id="7" creationId="{92C79C4A-0893-4056-6CDD-5AE23D2BCEC8}"/>
          </ac:picMkLst>
        </pc:picChg>
        <pc:picChg chg="del">
          <ac:chgData name="Ishleen Kaur" userId="2d35dd71c862a7bd" providerId="LiveId" clId="{1892A24D-B10C-4BD1-8302-303D345391C6}" dt="2024-11-24T09:24:25.206" v="3" actId="21"/>
          <ac:picMkLst>
            <pc:docMk/>
            <pc:sldMk cId="2319984786" sldId="280"/>
            <ac:picMk id="9" creationId="{913DD202-0FF2-AF2C-0A7B-5F88FD717E5A}"/>
          </ac:picMkLst>
        </pc:picChg>
        <pc:picChg chg="add mod">
          <ac:chgData name="Ishleen Kaur" userId="2d35dd71c862a7bd" providerId="LiveId" clId="{1892A24D-B10C-4BD1-8302-303D345391C6}" dt="2024-11-24T09:35:50.362" v="47" actId="14100"/>
          <ac:picMkLst>
            <pc:docMk/>
            <pc:sldMk cId="2319984786" sldId="280"/>
            <ac:picMk id="10" creationId="{5EA4CC59-65A2-7E95-108F-79A8BC811F34}"/>
          </ac:picMkLst>
        </pc:picChg>
        <pc:picChg chg="del">
          <ac:chgData name="Ishleen Kaur" userId="2d35dd71c862a7bd" providerId="LiveId" clId="{1892A24D-B10C-4BD1-8302-303D345391C6}" dt="2024-11-24T09:24:23.100" v="2" actId="21"/>
          <ac:picMkLst>
            <pc:docMk/>
            <pc:sldMk cId="2319984786" sldId="280"/>
            <ac:picMk id="11" creationId="{26F348E4-ABFA-05A4-14C3-EE22F66CE7CB}"/>
          </ac:picMkLst>
        </pc:picChg>
        <pc:picChg chg="add mod">
          <ac:chgData name="Ishleen Kaur" userId="2d35dd71c862a7bd" providerId="LiveId" clId="{1892A24D-B10C-4BD1-8302-303D345391C6}" dt="2024-11-24T09:35:42.748" v="46" actId="14100"/>
          <ac:picMkLst>
            <pc:docMk/>
            <pc:sldMk cId="2319984786" sldId="280"/>
            <ac:picMk id="13" creationId="{8D384569-72B1-FE04-9039-F2561D6C5DBC}"/>
          </ac:picMkLst>
        </pc:picChg>
        <pc:picChg chg="add mod">
          <ac:chgData name="Ishleen Kaur" userId="2d35dd71c862a7bd" providerId="LiveId" clId="{1892A24D-B10C-4BD1-8302-303D345391C6}" dt="2024-11-24T09:35:17.549" v="41" actId="1076"/>
          <ac:picMkLst>
            <pc:docMk/>
            <pc:sldMk cId="2319984786" sldId="280"/>
            <ac:picMk id="15" creationId="{112462D7-3138-84A3-81F8-AB9CCFE68065}"/>
          </ac:picMkLst>
        </pc:picChg>
      </pc:sldChg>
      <pc:sldChg chg="addSp delSp modSp mod">
        <pc:chgData name="Ishleen Kaur" userId="2d35dd71c862a7bd" providerId="LiveId" clId="{1892A24D-B10C-4BD1-8302-303D345391C6}" dt="2024-11-24T09:36:50.290" v="51" actId="14100"/>
        <pc:sldMkLst>
          <pc:docMk/>
          <pc:sldMk cId="3140453531" sldId="281"/>
        </pc:sldMkLst>
        <pc:picChg chg="add mod">
          <ac:chgData name="Ishleen Kaur" userId="2d35dd71c862a7bd" providerId="LiveId" clId="{1892A24D-B10C-4BD1-8302-303D345391C6}" dt="2024-11-24T09:36:50.290" v="51" actId="14100"/>
          <ac:picMkLst>
            <pc:docMk/>
            <pc:sldMk cId="3140453531" sldId="281"/>
            <ac:picMk id="5" creationId="{A57C0F0E-93D9-9CC9-0905-CBF648B20F29}"/>
          </ac:picMkLst>
        </pc:picChg>
        <pc:picChg chg="del">
          <ac:chgData name="Ishleen Kaur" userId="2d35dd71c862a7bd" providerId="LiveId" clId="{1892A24D-B10C-4BD1-8302-303D345391C6}" dt="2024-11-24T09:35:58.948" v="48" actId="21"/>
          <ac:picMkLst>
            <pc:docMk/>
            <pc:sldMk cId="3140453531" sldId="281"/>
            <ac:picMk id="6" creationId="{46873802-0BF5-D691-83CA-E3CE90CC389A}"/>
          </ac:picMkLst>
        </pc:picChg>
      </pc:sldChg>
      <pc:sldChg chg="addSp delSp modSp mod">
        <pc:chgData name="Ishleen Kaur" userId="2d35dd71c862a7bd" providerId="LiveId" clId="{1892A24D-B10C-4BD1-8302-303D345391C6}" dt="2024-11-24T10:02:39.203" v="89" actId="1035"/>
        <pc:sldMkLst>
          <pc:docMk/>
          <pc:sldMk cId="2354398653" sldId="282"/>
        </pc:sldMkLst>
        <pc:spChg chg="add del mod">
          <ac:chgData name="Ishleen Kaur" userId="2d35dd71c862a7bd" providerId="LiveId" clId="{1892A24D-B10C-4BD1-8302-303D345391C6}" dt="2024-11-24T09:59:37.765" v="61"/>
          <ac:spMkLst>
            <pc:docMk/>
            <pc:sldMk cId="2354398653" sldId="282"/>
            <ac:spMk id="4" creationId="{4695D7D8-EA43-E5FF-D4A8-5D9C05B30597}"/>
          </ac:spMkLst>
        </pc:spChg>
        <pc:picChg chg="add mod">
          <ac:chgData name="Ishleen Kaur" userId="2d35dd71c862a7bd" providerId="LiveId" clId="{1892A24D-B10C-4BD1-8302-303D345391C6}" dt="2024-11-24T09:59:51.394" v="66" actId="14100"/>
          <ac:picMkLst>
            <pc:docMk/>
            <pc:sldMk cId="2354398653" sldId="282"/>
            <ac:picMk id="6" creationId="{E4A356C0-F027-B429-5F1F-24ACE0146C57}"/>
          </ac:picMkLst>
        </pc:picChg>
        <pc:picChg chg="add mod">
          <ac:chgData name="Ishleen Kaur" userId="2d35dd71c862a7bd" providerId="LiveId" clId="{1892A24D-B10C-4BD1-8302-303D345391C6}" dt="2024-11-24T10:02:39.203" v="89" actId="1035"/>
          <ac:picMkLst>
            <pc:docMk/>
            <pc:sldMk cId="2354398653" sldId="282"/>
            <ac:picMk id="8" creationId="{190FF5C9-ABE7-8900-5740-0CE9E63F675C}"/>
          </ac:picMkLst>
        </pc:picChg>
        <pc:picChg chg="del mod">
          <ac:chgData name="Ishleen Kaur" userId="2d35dd71c862a7bd" providerId="LiveId" clId="{1892A24D-B10C-4BD1-8302-303D345391C6}" dt="2024-11-24T09:59:23.412" v="60" actId="21"/>
          <ac:picMkLst>
            <pc:docMk/>
            <pc:sldMk cId="2354398653" sldId="282"/>
            <ac:picMk id="13" creationId="{AF765751-7EAE-B01F-2802-B2C134F2C320}"/>
          </ac:picMkLst>
        </pc:picChg>
        <pc:picChg chg="del">
          <ac:chgData name="Ishleen Kaur" userId="2d35dd71c862a7bd" providerId="LiveId" clId="{1892A24D-B10C-4BD1-8302-303D345391C6}" dt="2024-11-24T10:00:10.810" v="67" actId="21"/>
          <ac:picMkLst>
            <pc:docMk/>
            <pc:sldMk cId="2354398653" sldId="282"/>
            <ac:picMk id="15" creationId="{52847790-ED87-2DFC-BD1C-A8A9AF5493E3}"/>
          </ac:picMkLst>
        </pc:picChg>
      </pc:sldChg>
      <pc:sldChg chg="addSp delSp modSp mod">
        <pc:chgData name="Ishleen Kaur" userId="2d35dd71c862a7bd" providerId="LiveId" clId="{1892A24D-B10C-4BD1-8302-303D345391C6}" dt="2024-11-24T10:02:27.962" v="86" actId="14100"/>
        <pc:sldMkLst>
          <pc:docMk/>
          <pc:sldMk cId="755034347" sldId="283"/>
        </pc:sldMkLst>
        <pc:spChg chg="add del mod">
          <ac:chgData name="Ishleen Kaur" userId="2d35dd71c862a7bd" providerId="LiveId" clId="{1892A24D-B10C-4BD1-8302-303D345391C6}" dt="2024-11-24T10:01:24.264" v="73"/>
          <ac:spMkLst>
            <pc:docMk/>
            <pc:sldMk cId="755034347" sldId="283"/>
            <ac:spMk id="4" creationId="{A8460EE6-FF60-61C1-6D91-48D22DB7B02C}"/>
          </ac:spMkLst>
        </pc:spChg>
        <pc:picChg chg="del">
          <ac:chgData name="Ishleen Kaur" userId="2d35dd71c862a7bd" providerId="LiveId" clId="{1892A24D-B10C-4BD1-8302-303D345391C6}" dt="2024-11-24T10:01:09.769" v="72" actId="21"/>
          <ac:picMkLst>
            <pc:docMk/>
            <pc:sldMk cId="755034347" sldId="283"/>
            <ac:picMk id="5" creationId="{CE26ED46-E6C8-84FC-75FF-CF166F3D3D7A}"/>
          </ac:picMkLst>
        </pc:picChg>
        <pc:picChg chg="del">
          <ac:chgData name="Ishleen Kaur" userId="2d35dd71c862a7bd" providerId="LiveId" clId="{1892A24D-B10C-4BD1-8302-303D345391C6}" dt="2024-11-24T10:01:52.263" v="81" actId="21"/>
          <ac:picMkLst>
            <pc:docMk/>
            <pc:sldMk cId="755034347" sldId="283"/>
            <ac:picMk id="7" creationId="{69E73DE3-670C-EA33-97D8-93DE00859622}"/>
          </ac:picMkLst>
        </pc:picChg>
        <pc:picChg chg="add mod">
          <ac:chgData name="Ishleen Kaur" userId="2d35dd71c862a7bd" providerId="LiveId" clId="{1892A24D-B10C-4BD1-8302-303D345391C6}" dt="2024-11-24T10:01:46.889" v="80" actId="14100"/>
          <ac:picMkLst>
            <pc:docMk/>
            <pc:sldMk cId="755034347" sldId="283"/>
            <ac:picMk id="8" creationId="{9CEFEEF0-F28E-2B3F-C17E-FAF8D646E1A8}"/>
          </ac:picMkLst>
        </pc:picChg>
        <pc:picChg chg="add mod">
          <ac:chgData name="Ishleen Kaur" userId="2d35dd71c862a7bd" providerId="LiveId" clId="{1892A24D-B10C-4BD1-8302-303D345391C6}" dt="2024-11-24T10:02:27.962" v="86" actId="14100"/>
          <ac:picMkLst>
            <pc:docMk/>
            <pc:sldMk cId="755034347" sldId="283"/>
            <ac:picMk id="10" creationId="{CAC7A0DF-E9DA-2441-89A5-2F39E9C8609D}"/>
          </ac:picMkLst>
        </pc:picChg>
      </pc:sldChg>
      <pc:sldChg chg="addSp delSp modSp mod">
        <pc:chgData name="Ishleen Kaur" userId="2d35dd71c862a7bd" providerId="LiveId" clId="{1892A24D-B10C-4BD1-8302-303D345391C6}" dt="2024-11-24T10:03:47.182" v="100" actId="1035"/>
        <pc:sldMkLst>
          <pc:docMk/>
          <pc:sldMk cId="177526367" sldId="284"/>
        </pc:sldMkLst>
        <pc:spChg chg="add del mod">
          <ac:chgData name="Ishleen Kaur" userId="2d35dd71c862a7bd" providerId="LiveId" clId="{1892A24D-B10C-4BD1-8302-303D345391C6}" dt="2024-11-24T10:03:00.659" v="91"/>
          <ac:spMkLst>
            <pc:docMk/>
            <pc:sldMk cId="177526367" sldId="284"/>
            <ac:spMk id="4" creationId="{4B0DD091-53C3-45E7-E7AC-E8612545B861}"/>
          </ac:spMkLst>
        </pc:spChg>
        <pc:picChg chg="del">
          <ac:chgData name="Ishleen Kaur" userId="2d35dd71c862a7bd" providerId="LiveId" clId="{1892A24D-B10C-4BD1-8302-303D345391C6}" dt="2024-11-24T10:02:45.380" v="90" actId="21"/>
          <ac:picMkLst>
            <pc:docMk/>
            <pc:sldMk cId="177526367" sldId="284"/>
            <ac:picMk id="5" creationId="{B85D99BA-3289-BA91-8A09-F93CE72D2CAF}"/>
          </ac:picMkLst>
        </pc:picChg>
        <pc:picChg chg="add del mod">
          <ac:chgData name="Ishleen Kaur" userId="2d35dd71c862a7bd" providerId="LiveId" clId="{1892A24D-B10C-4BD1-8302-303D345391C6}" dt="2024-11-24T10:03:47.182" v="100" actId="1035"/>
          <ac:picMkLst>
            <pc:docMk/>
            <pc:sldMk cId="177526367" sldId="284"/>
            <ac:picMk id="7" creationId="{96183459-0EBC-CC31-2BE3-B4045CBE44B2}"/>
          </ac:picMkLst>
        </pc:picChg>
        <pc:picChg chg="add mod">
          <ac:chgData name="Ishleen Kaur" userId="2d35dd71c862a7bd" providerId="LiveId" clId="{1892A24D-B10C-4BD1-8302-303D345391C6}" dt="2024-11-24T10:03:16.285" v="96" actId="14100"/>
          <ac:picMkLst>
            <pc:docMk/>
            <pc:sldMk cId="177526367" sldId="284"/>
            <ac:picMk id="8" creationId="{8776257D-7F64-2965-5C1A-B18324C16C64}"/>
          </ac:picMkLst>
        </pc:picChg>
      </pc:sldChg>
      <pc:sldChg chg="addSp delSp modSp mod">
        <pc:chgData name="Ishleen Kaur" userId="2d35dd71c862a7bd" providerId="LiveId" clId="{1892A24D-B10C-4BD1-8302-303D345391C6}" dt="2024-11-24T10:33:53.522" v="184" actId="14100"/>
        <pc:sldMkLst>
          <pc:docMk/>
          <pc:sldMk cId="2876099644" sldId="285"/>
        </pc:sldMkLst>
        <pc:picChg chg="add mod">
          <ac:chgData name="Ishleen Kaur" userId="2d35dd71c862a7bd" providerId="LiveId" clId="{1892A24D-B10C-4BD1-8302-303D345391C6}" dt="2024-11-24T09:38:33.350" v="57" actId="14100"/>
          <ac:picMkLst>
            <pc:docMk/>
            <pc:sldMk cId="2876099644" sldId="285"/>
            <ac:picMk id="5" creationId="{68B18377-9A52-C697-3B61-8C35F23940CF}"/>
          </ac:picMkLst>
        </pc:picChg>
        <pc:picChg chg="add mod">
          <ac:chgData name="Ishleen Kaur" userId="2d35dd71c862a7bd" providerId="LiveId" clId="{1892A24D-B10C-4BD1-8302-303D345391C6}" dt="2024-11-24T10:09:13.145" v="135" actId="14100"/>
          <ac:picMkLst>
            <pc:docMk/>
            <pc:sldMk cId="2876099644" sldId="285"/>
            <ac:picMk id="6" creationId="{60E04C44-DA76-47D1-AD8F-054A88435567}"/>
          </ac:picMkLst>
        </pc:picChg>
        <pc:picChg chg="del">
          <ac:chgData name="Ishleen Kaur" userId="2d35dd71c862a7bd" providerId="LiveId" clId="{1892A24D-B10C-4BD1-8302-303D345391C6}" dt="2024-11-24T09:37:19.090" v="52" actId="21"/>
          <ac:picMkLst>
            <pc:docMk/>
            <pc:sldMk cId="2876099644" sldId="285"/>
            <ac:picMk id="7" creationId="{751118B8-D786-E3B0-C244-7DCB8CDACEAB}"/>
          </ac:picMkLst>
        </pc:picChg>
        <pc:picChg chg="add mod">
          <ac:chgData name="Ishleen Kaur" userId="2d35dd71c862a7bd" providerId="LiveId" clId="{1892A24D-B10C-4BD1-8302-303D345391C6}" dt="2024-11-24T10:33:53.522" v="184" actId="14100"/>
          <ac:picMkLst>
            <pc:docMk/>
            <pc:sldMk cId="2876099644" sldId="285"/>
            <ac:picMk id="7" creationId="{EEF3104B-201C-1878-ECA6-F04BF11CE924}"/>
          </ac:picMkLst>
        </pc:picChg>
        <pc:picChg chg="del">
          <ac:chgData name="Ishleen Kaur" userId="2d35dd71c862a7bd" providerId="LiveId" clId="{1892A24D-B10C-4BD1-8302-303D345391C6}" dt="2024-11-24T10:33:30.547" v="178" actId="21"/>
          <ac:picMkLst>
            <pc:docMk/>
            <pc:sldMk cId="2876099644" sldId="285"/>
            <ac:picMk id="9" creationId="{CC441788-20D9-B401-55DE-0682439F24FD}"/>
          </ac:picMkLst>
        </pc:picChg>
        <pc:picChg chg="mod">
          <ac:chgData name="Ishleen Kaur" userId="2d35dd71c862a7bd" providerId="LiveId" clId="{1892A24D-B10C-4BD1-8302-303D345391C6}" dt="2024-11-24T10:08:59.426" v="130" actId="14100"/>
          <ac:picMkLst>
            <pc:docMk/>
            <pc:sldMk cId="2876099644" sldId="285"/>
            <ac:picMk id="11" creationId="{AF271182-2AA8-2686-1456-AACC0B600424}"/>
          </ac:picMkLst>
        </pc:picChg>
      </pc:sldChg>
      <pc:sldChg chg="addSp delSp modSp mod">
        <pc:chgData name="Ishleen Kaur" userId="2d35dd71c862a7bd" providerId="LiveId" clId="{1892A24D-B10C-4BD1-8302-303D345391C6}" dt="2024-11-24T10:32:01.766" v="177" actId="1036"/>
        <pc:sldMkLst>
          <pc:docMk/>
          <pc:sldMk cId="1196466362" sldId="287"/>
        </pc:sldMkLst>
        <pc:picChg chg="del">
          <ac:chgData name="Ishleen Kaur" userId="2d35dd71c862a7bd" providerId="LiveId" clId="{1892A24D-B10C-4BD1-8302-303D345391C6}" dt="2024-11-24T10:03:55.821" v="101" actId="21"/>
          <ac:picMkLst>
            <pc:docMk/>
            <pc:sldMk cId="1196466362" sldId="287"/>
            <ac:picMk id="5" creationId="{642DF8A9-7CE5-31AA-90DD-3DF8B512D451}"/>
          </ac:picMkLst>
        </pc:picChg>
        <pc:picChg chg="add del mod">
          <ac:chgData name="Ishleen Kaur" userId="2d35dd71c862a7bd" providerId="LiveId" clId="{1892A24D-B10C-4BD1-8302-303D345391C6}" dt="2024-11-24T10:31:57.551" v="175" actId="14100"/>
          <ac:picMkLst>
            <pc:docMk/>
            <pc:sldMk cId="1196466362" sldId="287"/>
            <ac:picMk id="6" creationId="{31CACEC5-FBAF-576D-2BBD-279E3B993CA2}"/>
          </ac:picMkLst>
        </pc:picChg>
        <pc:picChg chg="mod">
          <ac:chgData name="Ishleen Kaur" userId="2d35dd71c862a7bd" providerId="LiveId" clId="{1892A24D-B10C-4BD1-8302-303D345391C6}" dt="2024-11-24T10:32:01.766" v="177" actId="1036"/>
          <ac:picMkLst>
            <pc:docMk/>
            <pc:sldMk cId="1196466362" sldId="287"/>
            <ac:picMk id="7" creationId="{4D31EEBE-9FFD-30F0-63A8-F7B9450863C3}"/>
          </ac:picMkLst>
        </pc:picChg>
        <pc:picChg chg="add mod">
          <ac:chgData name="Ishleen Kaur" userId="2d35dd71c862a7bd" providerId="LiveId" clId="{1892A24D-B10C-4BD1-8302-303D345391C6}" dt="2024-11-24T10:05:08.053" v="107"/>
          <ac:picMkLst>
            <pc:docMk/>
            <pc:sldMk cId="1196466362" sldId="287"/>
            <ac:picMk id="8" creationId="{31CACEC5-FBAF-576D-2BBD-279E3B993CA2}"/>
          </ac:picMkLst>
        </pc:picChg>
        <pc:picChg chg="add mod">
          <ac:chgData name="Ishleen Kaur" userId="2d35dd71c862a7bd" providerId="LiveId" clId="{1892A24D-B10C-4BD1-8302-303D345391C6}" dt="2024-11-24T10:05:56.910" v="114" actId="14100"/>
          <ac:picMkLst>
            <pc:docMk/>
            <pc:sldMk cId="1196466362" sldId="287"/>
            <ac:picMk id="10" creationId="{1CB79C9C-0954-474F-641E-BC2A6B97C57B}"/>
          </ac:picMkLst>
        </pc:picChg>
      </pc:sldChg>
      <pc:sldChg chg="addSp delSp modSp mod">
        <pc:chgData name="Ishleen Kaur" userId="2d35dd71c862a7bd" providerId="LiveId" clId="{1892A24D-B10C-4BD1-8302-303D345391C6}" dt="2024-11-24T10:28:38.054" v="155" actId="14100"/>
        <pc:sldMkLst>
          <pc:docMk/>
          <pc:sldMk cId="2774535532" sldId="288"/>
        </pc:sldMkLst>
        <pc:picChg chg="add del mod">
          <ac:chgData name="Ishleen Kaur" userId="2d35dd71c862a7bd" providerId="LiveId" clId="{1892A24D-B10C-4BD1-8302-303D345391C6}" dt="2024-11-24T10:27:29.384" v="136" actId="21"/>
          <ac:picMkLst>
            <pc:docMk/>
            <pc:sldMk cId="2774535532" sldId="288"/>
            <ac:picMk id="4" creationId="{5404654E-8A8E-4F79-B0CD-BBF144E29399}"/>
          </ac:picMkLst>
        </pc:picChg>
        <pc:picChg chg="del">
          <ac:chgData name="Ishleen Kaur" userId="2d35dd71c862a7bd" providerId="LiveId" clId="{1892A24D-B10C-4BD1-8302-303D345391C6}" dt="2024-11-24T10:06:55.502" v="116" actId="21"/>
          <ac:picMkLst>
            <pc:docMk/>
            <pc:sldMk cId="2774535532" sldId="288"/>
            <ac:picMk id="5" creationId="{5404654E-8A8E-4F79-B0CD-BBF144E29399}"/>
          </ac:picMkLst>
        </pc:picChg>
        <pc:picChg chg="add mod">
          <ac:chgData name="Ishleen Kaur" userId="2d35dd71c862a7bd" providerId="LiveId" clId="{1892A24D-B10C-4BD1-8302-303D345391C6}" dt="2024-11-24T10:28:38.054" v="155" actId="14100"/>
          <ac:picMkLst>
            <pc:docMk/>
            <pc:sldMk cId="2774535532" sldId="288"/>
            <ac:picMk id="6" creationId="{D6647C43-39A9-2D97-0CA3-806C7A4550C5}"/>
          </ac:picMkLst>
        </pc:picChg>
        <pc:picChg chg="del">
          <ac:chgData name="Ishleen Kaur" userId="2d35dd71c862a7bd" providerId="LiveId" clId="{1892A24D-B10C-4BD1-8302-303D345391C6}" dt="2024-11-24T10:07:00.269" v="118" actId="21"/>
          <ac:picMkLst>
            <pc:docMk/>
            <pc:sldMk cId="2774535532" sldId="288"/>
            <ac:picMk id="7" creationId="{0762DF9D-BB81-DF88-11AC-57A0207F3047}"/>
          </ac:picMkLst>
        </pc:picChg>
        <pc:picChg chg="add del mod">
          <ac:chgData name="Ishleen Kaur" userId="2d35dd71c862a7bd" providerId="LiveId" clId="{1892A24D-B10C-4BD1-8302-303D345391C6}" dt="2024-11-24T10:28:01.033" v="144" actId="21"/>
          <ac:picMkLst>
            <pc:docMk/>
            <pc:sldMk cId="2774535532" sldId="288"/>
            <ac:picMk id="8" creationId="{05EFC3B3-B74A-6314-88BF-DB1842FF5112}"/>
          </ac:picMkLst>
        </pc:picChg>
        <pc:picChg chg="add mod">
          <ac:chgData name="Ishleen Kaur" userId="2d35dd71c862a7bd" providerId="LiveId" clId="{1892A24D-B10C-4BD1-8302-303D345391C6}" dt="2024-11-24T10:28:35.127" v="154" actId="14100"/>
          <ac:picMkLst>
            <pc:docMk/>
            <pc:sldMk cId="2774535532" sldId="288"/>
            <ac:picMk id="9" creationId="{66224627-21F8-AFCE-2827-C7C3E1C4EA25}"/>
          </ac:picMkLst>
        </pc:picChg>
      </pc:sldChg>
      <pc:sldChg chg="addSp delSp modSp mod">
        <pc:chgData name="Ishleen Kaur" userId="2d35dd71c862a7bd" providerId="LiveId" clId="{1892A24D-B10C-4BD1-8302-303D345391C6}" dt="2024-11-24T10:31:49.858" v="174" actId="14100"/>
        <pc:sldMkLst>
          <pc:docMk/>
          <pc:sldMk cId="2796212736" sldId="289"/>
        </pc:sldMkLst>
        <pc:picChg chg="add del mod">
          <ac:chgData name="Ishleen Kaur" userId="2d35dd71c862a7bd" providerId="LiveId" clId="{1892A24D-B10C-4BD1-8302-303D345391C6}" dt="2024-11-24T10:31:28.793" v="168" actId="21"/>
          <ac:picMkLst>
            <pc:docMk/>
            <pc:sldMk cId="2796212736" sldId="289"/>
            <ac:picMk id="4" creationId="{C20E4749-2716-6E1B-340A-EEB5E400EF5A}"/>
          </ac:picMkLst>
        </pc:picChg>
        <pc:picChg chg="del">
          <ac:chgData name="Ishleen Kaur" userId="2d35dd71c862a7bd" providerId="LiveId" clId="{1892A24D-B10C-4BD1-8302-303D345391C6}" dt="2024-11-24T10:28:48.731" v="156" actId="21"/>
          <ac:picMkLst>
            <pc:docMk/>
            <pc:sldMk cId="2796212736" sldId="289"/>
            <ac:picMk id="5" creationId="{FD6738DC-972B-FFD3-D243-271C36EAA59E}"/>
          </ac:picMkLst>
        </pc:picChg>
        <pc:picChg chg="del">
          <ac:chgData name="Ishleen Kaur" userId="2d35dd71c862a7bd" providerId="LiveId" clId="{1892A24D-B10C-4BD1-8302-303D345391C6}" dt="2024-11-24T10:28:57.701" v="157" actId="21"/>
          <ac:picMkLst>
            <pc:docMk/>
            <pc:sldMk cId="2796212736" sldId="289"/>
            <ac:picMk id="7" creationId="{C20E4749-2716-6E1B-340A-EEB5E400EF5A}"/>
          </ac:picMkLst>
        </pc:picChg>
        <pc:picChg chg="add mod">
          <ac:chgData name="Ishleen Kaur" userId="2d35dd71c862a7bd" providerId="LiveId" clId="{1892A24D-B10C-4BD1-8302-303D345391C6}" dt="2024-11-24T10:31:49.858" v="174" actId="14100"/>
          <ac:picMkLst>
            <pc:docMk/>
            <pc:sldMk cId="2796212736" sldId="289"/>
            <ac:picMk id="8" creationId="{DCF93D45-0B7D-FC33-99CA-4BD5E7E735B2}"/>
          </ac:picMkLst>
        </pc:picChg>
        <pc:picChg chg="add mod">
          <ac:chgData name="Ishleen Kaur" userId="2d35dd71c862a7bd" providerId="LiveId" clId="{1892A24D-B10C-4BD1-8302-303D345391C6}" dt="2024-11-24T10:31:46.533" v="173" actId="14100"/>
          <ac:picMkLst>
            <pc:docMk/>
            <pc:sldMk cId="2796212736" sldId="289"/>
            <ac:picMk id="10" creationId="{8258B15E-1F4A-0144-8D47-4E864E8369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A3BF0-6BCB-4ED8-9972-FE92D716E91B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8B4BC-4670-4AD0-9394-4F4727F157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9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8B4BC-4670-4AD0-9394-4F4727F1577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277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8B4BC-4670-4AD0-9394-4F4727F157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3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1600" y="1115472"/>
            <a:ext cx="662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Engineering-I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1511660" y="2167116"/>
            <a:ext cx="5544616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Khushboo - 2410993045</a:t>
            </a: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Ishleen Kaur - 2410993197</a:t>
            </a:r>
          </a:p>
          <a:p>
            <a:endParaRPr lang="en-US" sz="2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i="1" dirty="0">
                <a:latin typeface="Times New Roman" panose="02020603050405020304" pitchFamily="18" charset="0"/>
                <a:cs typeface="Times New Roman" pitchFamily="18" charset="0"/>
              </a:rPr>
              <a:t>Faculty Coordinator: </a:t>
            </a:r>
          </a:p>
          <a:p>
            <a:r>
              <a:rPr lang="en-US" sz="22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2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b="1" i="1" dirty="0">
                <a:latin typeface="Times New Roman" panose="02020603050405020304" pitchFamily="18" charset="0"/>
                <a:cs typeface="Times New Roman" pitchFamily="18" charset="0"/>
              </a:rPr>
              <a:t>Dr. Chetna Sharma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600" y="5388585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Chitkara University Institute of Engineering and Technology, </a:t>
            </a: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Chitkara University, Punjab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3D6AE9-0B5B-D9D1-94BC-8A87C9756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634739"/>
              </p:ext>
            </p:extLst>
          </p:nvPr>
        </p:nvGraphicFramePr>
        <p:xfrm>
          <a:off x="1511660" y="2167116"/>
          <a:ext cx="5544616" cy="2800767"/>
        </p:xfrm>
        <a:graphic>
          <a:graphicData uri="http://schemas.openxmlformats.org/drawingml/2006/table">
            <a:tbl>
              <a:tblPr/>
              <a:tblGrid>
                <a:gridCol w="5544616">
                  <a:extLst>
                    <a:ext uri="{9D8B030D-6E8A-4147-A177-3AD203B41FA5}">
                      <a16:colId xmlns:a16="http://schemas.microsoft.com/office/drawing/2014/main" val="2445281272"/>
                    </a:ext>
                  </a:extLst>
                </a:gridCol>
              </a:tblGrid>
              <a:tr h="280076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96623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4000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309220"/>
            <a:ext cx="6912768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i="1" u="sng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576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     	      </a:t>
            </a:r>
            <a:r>
              <a:rPr lang="en-US" sz="2000" b="1" u="sng" dirty="0">
                <a:latin typeface="Times New Roman" panose="02020603050405020304" pitchFamily="18" charset="0"/>
                <a:ea typeface="MS UI Gothic" panose="020B0600070205080204" pitchFamily="34" charset="-128"/>
                <a:cs typeface="Times New Roman" panose="02020603050405020304" pitchFamily="18" charset="0"/>
              </a:rPr>
              <a:t>JAVASCRIPT QUIZ GAME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TEAM MEMBERS :-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Khushboo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(Leader) - 2410993045</a:t>
            </a:r>
          </a:p>
          <a:p>
            <a:pPr algn="ctr">
              <a:lnSpc>
                <a:spcPct val="150000"/>
              </a:lnSpc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Ishleen Kaur - 2410993197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Goal :- Quizzes can be used as a brief assessment in education to measure growth in knowledge, abilities, and skills.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Aim :- The aim of this is to improve knowledge retention and briefly test a student’s level of comprehension regarding course.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also helps in the cognitive development as it enhances memory, problem solving skills, and critical thinking.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research for this project is done from various web development tutoring sites and channels.</a:t>
            </a:r>
          </a:p>
        </p:txBody>
      </p:sp>
    </p:spTree>
  </p:cSld>
  <p:clrMapOvr>
    <a:masterClrMapping/>
  </p:clrMapOvr>
  <p:transition spd="slow" advTm="4000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1484784"/>
            <a:ext cx="8136904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HTML(HyperText Markup Language) for the basic structure (used as building block) of the game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CSS(Cascading Style Sheet) for the designing and beautification of the game.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JS(JavaScript) for making the game working and fully functional.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2D69-CDBE-F1B4-BDC8-C3E3558B7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6956F-EE31-CE02-32E0-42D186E9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6752"/>
            <a:ext cx="9144000" cy="5943599"/>
          </a:xfrm>
        </p:spPr>
        <p:txBody>
          <a:bodyPr/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interface:-</a:t>
            </a:r>
          </a:p>
          <a:p>
            <a:pPr algn="l">
              <a:lnSpc>
                <a:spcPct val="150000"/>
              </a:lnSpc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Intuitive design for cognitive development through various kinds of questions related to the course.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Gamified Learning Experience:-</a:t>
            </a:r>
          </a:p>
          <a:p>
            <a:pPr algn="l">
              <a:lnSpc>
                <a:spcPct val="150000"/>
              </a:lnSpc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Motivates students to actively participate in education.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Abilities:-</a:t>
            </a:r>
          </a:p>
          <a:p>
            <a:pPr algn="l">
              <a:lnSpc>
                <a:spcPct val="150000"/>
              </a:lnSpc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gather, organise questions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Reasoning:-</a:t>
            </a:r>
          </a:p>
          <a:p>
            <a:pPr algn="l">
              <a:lnSpc>
                <a:spcPct val="150000"/>
              </a:lnSpc>
            </a:pP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to </a:t>
            </a:r>
            <a:r>
              <a:rPr lang="en-IN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interpret vast variety of </a:t>
            </a:r>
            <a:r>
              <a:rPr lang="en-IN" sz="2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questionarrie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to the course</a:t>
            </a:r>
          </a:p>
        </p:txBody>
      </p:sp>
    </p:spTree>
    <p:extLst>
      <p:ext uri="{BB962C8B-B14F-4D97-AF65-F5344CB8AC3E}">
        <p14:creationId xmlns:p14="http://schemas.microsoft.com/office/powerpoint/2010/main" val="93124697"/>
      </p:ext>
    </p:extLst>
  </p:cSld>
  <p:clrMapOvr>
    <a:masterClrMapping/>
  </p:clrMapOvr>
  <p:transition spd="slow" advTm="4000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67544" y="2348880"/>
            <a:ext cx="8136904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Upcoming slides include the relevant screenshots of our running project and their corresponding code snippets.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8957-7B0E-2D14-4ACF-8E73EF371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Highlights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127A3-726D-D660-BC25-C73E9A392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EB523-7DB7-F66B-B132-4CAC83830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9" y="1518786"/>
            <a:ext cx="4211961" cy="2309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A4CC59-65A2-7E95-108F-79A8BC811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7" y="3828473"/>
            <a:ext cx="4211960" cy="22532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384569-72B1-FE04-9039-F2561D6C5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502786"/>
            <a:ext cx="4747937" cy="2474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2462D7-3138-84A3-81F8-AB9CCFE68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7" y="3977408"/>
            <a:ext cx="4747938" cy="21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84786"/>
      </p:ext>
    </p:extLst>
  </p:cSld>
  <p:clrMapOvr>
    <a:masterClrMapping/>
  </p:clrMapOvr>
  <p:transition spd="slow" advTm="4000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34A6-C4E3-32A6-2AD0-62B5ED9B1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Highlights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70834-60BA-B628-D284-0D9A3E710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2276872"/>
            <a:ext cx="7927032" cy="248562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C0F0E-93D9-9CC9-0905-CBF648B20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24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53531"/>
      </p:ext>
    </p:extLst>
  </p:cSld>
  <p:clrMapOvr>
    <a:masterClrMapping/>
  </p:clrMapOvr>
  <p:transition spd="slow" advTm="4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8E3F-61ED-2FA8-3E17-13FAB16D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Highlights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A356C0-F027-B429-5F1F-24ACE0146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980728"/>
            <a:ext cx="3788976" cy="558924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0FF5C9-ABE7-8900-5740-0CE9E63F6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980728"/>
            <a:ext cx="5184575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98653"/>
      </p:ext>
    </p:extLst>
  </p:cSld>
  <p:clrMapOvr>
    <a:masterClrMapping/>
  </p:clrMapOvr>
  <p:transition spd="slow" advTm="4000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C6C0-B8CA-A59D-2EFA-8A2C5647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Highlights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EFEEF0-F28E-2B3F-C17E-FAF8D646E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2" y="908720"/>
            <a:ext cx="4104457" cy="563528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C7A0DF-E9DA-2441-89A5-2F39E9C86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908720"/>
            <a:ext cx="4883556" cy="563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34347"/>
      </p:ext>
    </p:extLst>
  </p:cSld>
  <p:clrMapOvr>
    <a:masterClrMapping/>
  </p:clrMapOvr>
  <p:transition spd="slow" advTm="4000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AEC9-DD37-2E08-2225-9A5E370E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Highlights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83459-0EBC-CC31-2BE3-B4045CBE4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052736"/>
            <a:ext cx="4680520" cy="535932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76257D-7F64-2965-5C1A-B18324C16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052736"/>
            <a:ext cx="4104456" cy="5359326"/>
          </a:xfrm>
        </p:spPr>
      </p:pic>
    </p:spTree>
    <p:extLst>
      <p:ext uri="{BB962C8B-B14F-4D97-AF65-F5344CB8AC3E}">
        <p14:creationId xmlns:p14="http://schemas.microsoft.com/office/powerpoint/2010/main" val="177526367"/>
      </p:ext>
    </p:extLst>
  </p:cSld>
  <p:clrMapOvr>
    <a:masterClrMapping/>
  </p:clrMapOvr>
  <p:transition spd="slow" advTm="4000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E2C5-F143-00BF-6AD9-1199534EF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/>
              <a:t>Project Highlights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824D1-BC09-2292-A4AC-1F8158139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31EEBE-9FFD-30F0-63A8-F7B945086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100" y="891856"/>
            <a:ext cx="4515480" cy="52734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ACEC5-FBAF-576D-2BBD-279E3B993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0" y="914398"/>
            <a:ext cx="4325480" cy="52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66362"/>
      </p:ext>
    </p:extLst>
  </p:cSld>
  <p:clrMapOvr>
    <a:masterClrMapping/>
  </p:clrMapOvr>
  <p:transition spd="slow" advTm="4000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4547-F80A-0987-69AB-FD209AB0F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/>
              <a:t>Project Highlights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C9972-E61D-F3EA-BE55-6AB72E6FF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47C43-39A9-2D97-0CA3-806C7A455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01419"/>
            <a:ext cx="4720882" cy="5264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224627-21F8-AFCE-2827-C7C3E1C4E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01418"/>
            <a:ext cx="4176464" cy="52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35532"/>
      </p:ext>
    </p:extLst>
  </p:cSld>
  <p:clrMapOvr>
    <a:masterClrMapping/>
  </p:clrMapOvr>
  <p:transition spd="slow" advTm="4000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41E1-B3B5-DBD1-4DEB-56A1F8A3E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/>
              <a:t>Project Highlights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E1AD5-A887-89A0-A66A-F8D828D28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F93D45-0B7D-FC33-99CA-4BD5E7E73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0" y="908720"/>
            <a:ext cx="4392489" cy="5400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8B15E-1F4A-0144-8D47-4E864E836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908720"/>
            <a:ext cx="4392488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12736"/>
      </p:ext>
    </p:extLst>
  </p:cSld>
  <p:clrMapOvr>
    <a:masterClrMapping/>
  </p:clrMapOvr>
  <p:transition spd="slow" advTm="4000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67544" y="2420888"/>
            <a:ext cx="8136904" cy="248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next slide highlights the specific TIMER feature that is a bit distinct and innovative in your project.</a:t>
            </a:r>
          </a:p>
        </p:txBody>
      </p:sp>
    </p:spTree>
  </p:cSld>
  <p:clrMapOvr>
    <a:masterClrMapping/>
  </p:clrMapOvr>
  <p:transition spd="slow" advTm="4000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3976-7A02-9CE7-1CD7-A26C2742F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F7BCC-32B2-9313-1D16-5A73D8DFF0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271182-2AA8-2686-1456-AACC0B600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1" y="836207"/>
            <a:ext cx="5570870" cy="29590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18377-9A52-C697-3B61-8C35F2394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10" y="1281833"/>
            <a:ext cx="2674203" cy="1780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04C44-DA76-47D1-AD8F-054A88435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46" y="3795228"/>
            <a:ext cx="4618754" cy="2979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F3104B-201C-1878-ECA6-F04BF11CE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0" y="3429000"/>
            <a:ext cx="3989856" cy="33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99644"/>
      </p:ext>
    </p:extLst>
  </p:cSld>
  <p:clrMapOvr>
    <a:masterClrMapping/>
  </p:clrMapOvr>
  <p:transition spd="slow" advTm="4000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59839"/>
            <a:ext cx="9036496" cy="574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conclusions that can be aroused by the benefits of building this JavaScript enabled quiz game</a:t>
            </a:r>
          </a:p>
          <a:p>
            <a:pPr>
              <a:lnSpc>
                <a:spcPct val="150000"/>
              </a:lnSpc>
            </a:pPr>
            <a:endParaRPr lang="en-US" sz="19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Cognitive Development: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Enhances memory, problem-solving skills, and critical thinking.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Educational Benefits: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Aids in learning basics in various subjects, expands vocabulary, and helps in understanding complex concepts through simple explanations.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Social Skills: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Encourages interaction with friends and family.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Speed: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Develops the agility to quickly understand the question and reflect back faster.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Creativity: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Stimulates imagination and creative storytelling, especially in riddle and puzzle solving.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Attention and Concentration: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Helps in focusing attention and improves concentration through engaging gameplay.</a:t>
            </a:r>
            <a:b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Screen free time:</a:t>
            </a:r>
            <a:r>
              <a:rPr lang="en-US" sz="19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Engages in real world, without screen.</a:t>
            </a:r>
            <a:r>
              <a:rPr lang="en-US" sz="1900" i="1" dirty="0">
                <a:latin typeface="Times New Roman" panose="02020603050405020304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  <p:transition spd="slow" advTm="4000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5831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References used in the project are:-</a:t>
            </a:r>
          </a:p>
          <a:p>
            <a:pPr>
              <a:lnSpc>
                <a:spcPct val="150000"/>
              </a:lnSpc>
            </a:pP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 Sir Pavan Ambulkar’s provided course notes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 W3Schools website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 Several YouTube channels like:-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CodeWithHarry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ApnaCollege</a:t>
            </a:r>
          </a:p>
          <a:p>
            <a:pPr>
              <a:lnSpc>
                <a:spcPct val="150000"/>
              </a:lnSpc>
            </a:pP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4000">
    <p:cover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503</Words>
  <Application>Microsoft Office PowerPoint</Application>
  <PresentationFormat>On-screen Show (4:3)</PresentationFormat>
  <Paragraphs>76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Features</vt:lpstr>
      <vt:lpstr>PowerPoint Presentation</vt:lpstr>
      <vt:lpstr>Project Highlights</vt:lpstr>
      <vt:lpstr>Project Highlights</vt:lpstr>
      <vt:lpstr>Project Highlights</vt:lpstr>
      <vt:lpstr>Project Highlights</vt:lpstr>
      <vt:lpstr>Project Highlights</vt:lpstr>
      <vt:lpstr>Project Highlights</vt:lpstr>
      <vt:lpstr>Project Highlights</vt:lpstr>
      <vt:lpstr>Project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Ishleen Kaur</cp:lastModifiedBy>
  <cp:revision>38</cp:revision>
  <dcterms:created xsi:type="dcterms:W3CDTF">2022-12-12T14:14:34Z</dcterms:created>
  <dcterms:modified xsi:type="dcterms:W3CDTF">2024-11-24T10:34:01Z</dcterms:modified>
</cp:coreProperties>
</file>